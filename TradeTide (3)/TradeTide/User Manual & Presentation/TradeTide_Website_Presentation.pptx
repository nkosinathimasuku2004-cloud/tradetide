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642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25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682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5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94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7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7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4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80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7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58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Welcome to Trade Tide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Skill Exchange Platform for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TradeTide?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platform to barter or offer services in exchange for skills or payment.</a:t>
            </a:r>
          </a:p>
          <a:p>
            <a:r>
              <a:t>Connects users looking to trade skills like tutoring, design, and repairs.</a:t>
            </a:r>
          </a:p>
          <a:p>
            <a:r>
              <a:t>Promotes community-driven collaboration and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Profile creation with skill listings</a:t>
            </a:r>
          </a:p>
          <a:p>
            <a:r>
              <a:t>Browse and filter local or remote services</a:t>
            </a:r>
          </a:p>
          <a:p>
            <a:r>
              <a:t>Initiate barter or cash transactions</a:t>
            </a:r>
          </a:p>
          <a:p>
            <a:r>
              <a:t>Integrated messaging and review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Sign up and create your profile</a:t>
            </a:r>
          </a:p>
          <a:p>
            <a:r>
              <a:t>2. Explore services by location or category</a:t>
            </a:r>
          </a:p>
          <a:p>
            <a:r>
              <a:t>3. Propose a barter or pay for a service</a:t>
            </a:r>
          </a:p>
          <a:p>
            <a:r>
              <a:t>4. Collaborate and leave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Frontend: HTML, Tailwind CSS, JavaScript</a:t>
            </a:r>
          </a:p>
          <a:p>
            <a:r>
              <a:t>Backend: PHP (assumed from login.php, signup.php)</a:t>
            </a:r>
          </a:p>
          <a:p>
            <a:r>
              <a:t>Responsive design for all devices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Save money by exchanging skills</a:t>
            </a:r>
          </a:p>
          <a:p>
            <a:r>
              <a:t>Access local and global professionals</a:t>
            </a:r>
          </a:p>
          <a:p>
            <a:r>
              <a:t>Build a trusted network of service providers</a:t>
            </a:r>
          </a:p>
          <a:p>
            <a:r>
              <a:t>Flexible agreements – barter or pay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Create your account on TradeTide today</a:t>
            </a:r>
          </a:p>
          <a:p>
            <a:r>
              <a:t>List your skills and attract opportunities</a:t>
            </a:r>
          </a:p>
          <a:p>
            <a:r>
              <a:t>Join a growing community of professionals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Explore more at www.tradetide.com</a:t>
            </a:r>
          </a:p>
          <a:p>
            <a:r>
              <a:rPr dirty="0"/>
              <a:t>Questions &amp; Answers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195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Welcome to Trade Tide</vt:lpstr>
      <vt:lpstr>What is TradeTide?</vt:lpstr>
      <vt:lpstr>Core Features</vt:lpstr>
      <vt:lpstr>How It Works</vt:lpstr>
      <vt:lpstr>Technology Stack</vt:lpstr>
      <vt:lpstr>User Benefits</vt:lpstr>
      <vt:lpstr>Get Started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Nkosinathi Masuku</cp:lastModifiedBy>
  <cp:revision>2</cp:revision>
  <dcterms:created xsi:type="dcterms:W3CDTF">2013-01-27T09:14:16Z</dcterms:created>
  <dcterms:modified xsi:type="dcterms:W3CDTF">2025-06-30T13:02:22Z</dcterms:modified>
  <cp:category/>
</cp:coreProperties>
</file>