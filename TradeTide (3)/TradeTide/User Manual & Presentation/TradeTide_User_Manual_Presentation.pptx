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72" r:id="rId5"/>
    <p:sldId id="259" r:id="rId6"/>
    <p:sldId id="273" r:id="rId7"/>
    <p:sldId id="260" r:id="rId8"/>
    <p:sldId id="261" r:id="rId9"/>
    <p:sldId id="271" r:id="rId10"/>
    <p:sldId id="262" r:id="rId11"/>
    <p:sldId id="263" r:id="rId12"/>
    <p:sldId id="279" r:id="rId13"/>
    <p:sldId id="264" r:id="rId14"/>
    <p:sldId id="278" r:id="rId15"/>
    <p:sldId id="265" r:id="rId16"/>
    <p:sldId id="277" r:id="rId17"/>
    <p:sldId id="266" r:id="rId18"/>
    <p:sldId id="267" r:id="rId19"/>
    <p:sldId id="276" r:id="rId20"/>
    <p:sldId id="268" r:id="rId21"/>
    <p:sldId id="275" r:id="rId22"/>
    <p:sldId id="269" r:id="rId23"/>
    <p:sldId id="274" r:id="rId24"/>
    <p:sldId id="270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73" autoAdjust="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59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3897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716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8742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642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676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530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078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517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8202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120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5944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1079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4750">
              <a:schemeClr val="accent2"/>
            </a:gs>
            <a:gs pos="55500">
              <a:srgbClr val="B0E3F6"/>
            </a:gs>
            <a:gs pos="37000">
              <a:srgbClr val="C7EBF9"/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Trade Tide User Manual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4750">
              <a:schemeClr val="accent2"/>
            </a:gs>
            <a:gs pos="55500">
              <a:srgbClr val="B0E3F6"/>
            </a:gs>
            <a:gs pos="37000">
              <a:srgbClr val="C7EBF9"/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Home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Purpose: Welcome users and provide navigation.</a:t>
            </a:r>
          </a:p>
          <a:p>
            <a:r>
              <a:rPr dirty="0"/>
              <a:t>Features: Sign Up, Login, Info links.</a:t>
            </a:r>
          </a:p>
          <a:p>
            <a:r>
              <a:rPr dirty="0"/>
              <a:t>Usage: Click 'Sign Up' to create a new account or 'Login' to access your account.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4750">
              <a:schemeClr val="accent2"/>
            </a:gs>
            <a:gs pos="55500">
              <a:srgbClr val="B0E3F6"/>
            </a:gs>
            <a:gs pos="37000">
              <a:srgbClr val="C7EBF9"/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 Up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Register new user accounts.</a:t>
            </a:r>
          </a:p>
          <a:p>
            <a:r>
              <a:t>Fields: Name, Email, Password, Confirm Password.</a:t>
            </a:r>
          </a:p>
          <a:p>
            <a:r>
              <a:t>Additional: Terms checkbox, social sign-up (Google, Facebook).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4750">
              <a:schemeClr val="accent2"/>
            </a:gs>
            <a:gs pos="55500">
              <a:srgbClr val="B0E3F6"/>
            </a:gs>
            <a:gs pos="37000">
              <a:srgbClr val="C7EBF9"/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42694B-999A-BF61-09CC-A10B1064D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119" y="0"/>
            <a:ext cx="56857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682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4750">
              <a:schemeClr val="accent2"/>
            </a:gs>
            <a:gs pos="55500">
              <a:srgbClr val="B0E3F6"/>
            </a:gs>
            <a:gs pos="37000">
              <a:srgbClr val="C7EBF9"/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Login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Allow user access.</a:t>
            </a:r>
          </a:p>
          <a:p>
            <a:r>
              <a:t>Fields: Email, Password.</a:t>
            </a:r>
          </a:p>
          <a:p>
            <a:r>
              <a:t>Additional: Forgot password link, error feedback.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4750">
              <a:schemeClr val="accent2"/>
            </a:gs>
            <a:gs pos="55500">
              <a:srgbClr val="B0E3F6"/>
            </a:gs>
            <a:gs pos="37000">
              <a:srgbClr val="C7EBF9"/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14789A-A06A-A23E-2FB6-F2F9922B4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732" y="0"/>
            <a:ext cx="57165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414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4750">
              <a:schemeClr val="accent2"/>
            </a:gs>
            <a:gs pos="55500">
              <a:srgbClr val="B0E3F6"/>
            </a:gs>
            <a:gs pos="37000">
              <a:srgbClr val="C7EBF9"/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Password Reset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Recover access to account.</a:t>
            </a:r>
          </a:p>
          <a:p>
            <a:r>
              <a:t>Process: Submit email, receive reset instructions.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4750">
              <a:schemeClr val="accent2"/>
            </a:gs>
            <a:gs pos="55500">
              <a:srgbClr val="B0E3F6"/>
            </a:gs>
            <a:gs pos="37000">
              <a:srgbClr val="C7EBF9"/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Main user interface after login.</a:t>
            </a:r>
          </a:p>
          <a:p>
            <a:r>
              <a:rPr dirty="0"/>
              <a:t>Features: Account overview, navigation to all core sections.</a:t>
            </a:r>
            <a:endParaRPr lang="en-ZA" dirty="0"/>
          </a:p>
          <a:p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4750">
              <a:schemeClr val="accent2"/>
            </a:gs>
            <a:gs pos="55500">
              <a:srgbClr val="B0E3F6"/>
            </a:gs>
            <a:gs pos="37000">
              <a:srgbClr val="C7EBF9"/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BF0A5D-9DEE-75ED-CCF0-7EC27BB34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8038"/>
            <a:ext cx="9144000" cy="4301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23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4750">
              <a:schemeClr val="accent2"/>
            </a:gs>
            <a:gs pos="55500">
              <a:srgbClr val="B0E3F6"/>
            </a:gs>
            <a:gs pos="37000">
              <a:srgbClr val="C7EBF9"/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Profile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View and edit personal information.</a:t>
            </a:r>
          </a:p>
          <a:p>
            <a:r>
              <a:t>Options: Skills, bio, profile picture, etc.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4750">
              <a:schemeClr val="accent2"/>
            </a:gs>
            <a:gs pos="55500">
              <a:srgbClr val="B0E3F6"/>
            </a:gs>
            <a:gs pos="37000">
              <a:srgbClr val="C7EBF9"/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 Listings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Displays all skill listings.</a:t>
            </a:r>
          </a:p>
          <a:p>
            <a:r>
              <a:t>Functions: Search, filter, add/edit/delete skills.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4750">
              <a:schemeClr val="accent2"/>
            </a:gs>
            <a:gs pos="55500">
              <a:srgbClr val="B0E3F6"/>
            </a:gs>
            <a:gs pos="37000">
              <a:srgbClr val="C7EBF9"/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B1F1D9-ADE0-A415-864F-29C6ABE44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9446"/>
            <a:ext cx="9144000" cy="407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9305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4750">
              <a:schemeClr val="accent2"/>
            </a:gs>
            <a:gs pos="55500">
              <a:srgbClr val="B0E3F6"/>
            </a:gs>
            <a:gs pos="37000">
              <a:srgbClr val="C7EBF9"/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New Trade Post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Create a trade offer.</a:t>
            </a:r>
          </a:p>
          <a:p>
            <a:r>
              <a:rPr dirty="0"/>
              <a:t>Fields: Title, description, skill category, availability.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4750">
              <a:schemeClr val="accent2"/>
            </a:gs>
            <a:gs pos="55500">
              <a:srgbClr val="B0E3F6"/>
            </a:gs>
            <a:gs pos="37000">
              <a:srgbClr val="C7EBF9"/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978A8A-CC19-A091-8EAC-DBEEEFB2A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1034"/>
            <a:ext cx="9144000" cy="4335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922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4750">
              <a:schemeClr val="accent2"/>
            </a:gs>
            <a:gs pos="55500">
              <a:srgbClr val="B0E3F6"/>
            </a:gs>
            <a:gs pos="37000">
              <a:srgbClr val="C7EBF9"/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Messages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Communicate with other users.</a:t>
            </a:r>
          </a:p>
          <a:p>
            <a:r>
              <a:t>Includes inbox, sent, and message creation.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4750">
              <a:schemeClr val="accent2"/>
            </a:gs>
            <a:gs pos="55500">
              <a:srgbClr val="B0E3F6"/>
            </a:gs>
            <a:gs pos="37000">
              <a:srgbClr val="C7EBF9"/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95975C-9A90-E69F-05E7-65571899E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6764"/>
            <a:ext cx="9144000" cy="4324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316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4750">
              <a:schemeClr val="accent2"/>
            </a:gs>
            <a:gs pos="55500">
              <a:srgbClr val="B0E3F6"/>
            </a:gs>
            <a:gs pos="37000">
              <a:srgbClr val="C7EBF9"/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Notifications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View trade updates and alerts.</a:t>
            </a:r>
          </a:p>
          <a:p>
            <a:r>
              <a:t>Options: Mark read/unread, delete.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4750">
              <a:schemeClr val="accent2"/>
            </a:gs>
            <a:gs pos="55500">
              <a:srgbClr val="B0E3F6"/>
            </a:gs>
            <a:gs pos="37000">
              <a:srgbClr val="C7EBF9"/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Settings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Adjust account configurations.</a:t>
            </a:r>
          </a:p>
          <a:p>
            <a:r>
              <a:t>Options: Password, email preferences, privacy.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4750">
              <a:schemeClr val="accent2"/>
            </a:gs>
            <a:gs pos="55500">
              <a:srgbClr val="B0E3F6"/>
            </a:gs>
            <a:gs pos="37000">
              <a:srgbClr val="C7EBF9"/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9C7EE9-3215-562B-CCA2-57CAFC9B0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8113"/>
            <a:ext cx="9144000" cy="4221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1644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4750">
              <a:schemeClr val="accent2"/>
            </a:gs>
            <a:gs pos="55500">
              <a:srgbClr val="B0E3F6"/>
            </a:gs>
            <a:gs pos="37000">
              <a:srgbClr val="C7EBF9"/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Legal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Terms of Service: Legal usage terms.</a:t>
            </a:r>
          </a:p>
          <a:p>
            <a:r>
              <a:t>Privacy Policy: Data usage and handling details.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4750">
              <a:schemeClr val="accent2"/>
            </a:gs>
            <a:gs pos="55500">
              <a:srgbClr val="B0E3F6"/>
            </a:gs>
            <a:gs pos="37000">
              <a:srgbClr val="C7EBF9"/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2F29E3-CC94-84AF-B5D2-CF5E13E8F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6670"/>
            <a:ext cx="9144000" cy="4264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4236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4750">
              <a:schemeClr val="accent2"/>
            </a:gs>
            <a:gs pos="55500">
              <a:srgbClr val="B0E3F6"/>
            </a:gs>
            <a:gs pos="37000">
              <a:srgbClr val="C7EBF9"/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Use TradeTide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an account and verify email.</a:t>
            </a:r>
          </a:p>
          <a:p>
            <a:r>
              <a:t>Log in and build profile.</a:t>
            </a:r>
          </a:p>
          <a:p>
            <a:r>
              <a:t>Post trade offers and connect with others.</a:t>
            </a:r>
          </a:p>
          <a:p>
            <a:r>
              <a:t>Manage notifications and settings.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4750">
              <a:schemeClr val="accent2"/>
            </a:gs>
            <a:gs pos="55500">
              <a:srgbClr val="B0E3F6"/>
            </a:gs>
            <a:gs pos="37000">
              <a:srgbClr val="C7EBF9"/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7E484A-3FD2-A282-DC29-32938ECD2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337"/>
            <a:ext cx="9144000" cy="4317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4263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4750">
              <a:schemeClr val="accent2"/>
            </a:gs>
            <a:gs pos="55500">
              <a:srgbClr val="B0E3F6"/>
            </a:gs>
            <a:gs pos="37000">
              <a:srgbClr val="C7EBF9"/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Troubleshooting &amp; FAQ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Password errors, login issues, page not loading.</a:t>
            </a:r>
          </a:p>
          <a:p>
            <a:r>
              <a:t>Ensure all fields are filled before posting.</a:t>
            </a:r>
          </a:p>
          <a:p>
            <a:r>
              <a:t>Contact: support@tradetide.com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10</TotalTime>
  <Words>323</Words>
  <Application>Microsoft Office PowerPoint</Application>
  <PresentationFormat>On-screen Show (4:3)</PresentationFormat>
  <Paragraphs>49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Tw Cen MT</vt:lpstr>
      <vt:lpstr>Tw Cen MT Condensed</vt:lpstr>
      <vt:lpstr>Wingdings 3</vt:lpstr>
      <vt:lpstr>Integral</vt:lpstr>
      <vt:lpstr>Trade Tide User Manual</vt:lpstr>
      <vt:lpstr>Home Page</vt:lpstr>
      <vt:lpstr>Sign Up Page</vt:lpstr>
      <vt:lpstr>PowerPoint Presentation</vt:lpstr>
      <vt:lpstr>Login Page</vt:lpstr>
      <vt:lpstr>PowerPoint Presentation</vt:lpstr>
      <vt:lpstr>Password Reset Page</vt:lpstr>
      <vt:lpstr>User Dashboard</vt:lpstr>
      <vt:lpstr>PowerPoint Presentation</vt:lpstr>
      <vt:lpstr>User Profile Page</vt:lpstr>
      <vt:lpstr>Skill Listings Page</vt:lpstr>
      <vt:lpstr>PowerPoint Presentation</vt:lpstr>
      <vt:lpstr>Create New Trade Post</vt:lpstr>
      <vt:lpstr>PowerPoint Presentation</vt:lpstr>
      <vt:lpstr>Messages Page</vt:lpstr>
      <vt:lpstr>PowerPoint Presentation</vt:lpstr>
      <vt:lpstr>Notifications Page</vt:lpstr>
      <vt:lpstr>Settings Page</vt:lpstr>
      <vt:lpstr>PowerPoint Presentation</vt:lpstr>
      <vt:lpstr>Legal Pages</vt:lpstr>
      <vt:lpstr>PowerPoint Presentation</vt:lpstr>
      <vt:lpstr>How to Use TradeTide</vt:lpstr>
      <vt:lpstr>PowerPoint Presentation</vt:lpstr>
      <vt:lpstr>Troubleshooting &amp; FAQ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Nkosinathi Masuku</cp:lastModifiedBy>
  <cp:revision>2</cp:revision>
  <dcterms:created xsi:type="dcterms:W3CDTF">2013-01-27T09:14:16Z</dcterms:created>
  <dcterms:modified xsi:type="dcterms:W3CDTF">2025-06-30T13:12:35Z</dcterms:modified>
  <cp:category/>
</cp:coreProperties>
</file>